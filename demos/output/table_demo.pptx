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comparison is based on published specs and pricing as of Q1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957006"/>
            <a:ext cx="11094415" cy="4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02C"/>
                </a:solidFill>
                <a:latin typeface="Arial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816161"/>
            <a:ext cx="11094415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202C"/>
                </a:solidFill>
                <a:latin typeface="Arial"/>
              </a:rPr>
              <a:t>Market Position &amp; Feature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386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02C"/>
                </a:solidFill>
                <a:latin typeface="Arial"/>
              </a:rPr>
              <a:t>Feature Comparison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889635"/>
          <a:ext cx="11094413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8280"/>
                <a:gridCol w="723548"/>
                <a:gridCol w="2894195"/>
                <a:gridCol w="2894195"/>
                <a:gridCol w="2894195"/>
              </a:tblGrid>
              <a:tr h="52251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Competitor A</a:t>
                      </a:r>
                    </a:p>
                  </a:txBody>
                  <a:tcPr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Competitor B</a:t>
                      </a:r>
                    </a:p>
                  </a:txBody>
                  <a:tcPr>
                    <a:solidFill>
                      <a:srgbClr val="0C1B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Competitor C</a:t>
                      </a:r>
                    </a:p>
                  </a:txBody>
                  <a:tcPr>
                    <a:solidFill>
                      <a:srgbClr val="0C1B33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AI-Powered Analytics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Real-Time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API Integration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REST + GraphQL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REST only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REST only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Pricing ($/mo)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$99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$149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$199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$79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Uptime SLA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99.99%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99.9%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99.5%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99.0%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Deployment Options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Cloud + On-Prem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Cloud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Cloud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A202C"/>
                          </a:solidFill>
                          <a:latin typeface="Calibri"/>
                        </a:rPr>
                        <a:t>Cloud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493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A202C"/>
                </a:solidFill>
                <a:latin typeface="Arial"/>
              </a:rPr>
              <a:t>Best Value in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96315"/>
            <a:ext cx="11094415" cy="186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A202C"/>
                </a:solidFill>
                <a:latin typeface="Calibri"/>
              </a:rPr>
              <a:t>Superior features at competitive pricing.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