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(K)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Sheet1!$A$2:$A$13</c:f>
              <c:strCache>
                <c:ptCount val="12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24</c:v>
                </c:pt>
                <c:pt idx="4">
                  <c:v>31</c:v>
                </c:pt>
                <c:pt idx="5">
                  <c:v>38</c:v>
                </c:pt>
                <c:pt idx="6">
                  <c:v>47</c:v>
                </c:pt>
                <c:pt idx="7">
                  <c:v>58</c:v>
                </c:pt>
                <c:pt idx="8">
                  <c:v>72</c:v>
                </c:pt>
                <c:pt idx="9">
                  <c:v>89</c:v>
                </c:pt>
                <c:pt idx="10">
                  <c:v>108</c:v>
                </c:pt>
                <c:pt idx="11">
                  <c:v>134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Poppi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Poppi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oppi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11x growth in 12 months, driven by viral referral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6912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8181B"/>
                </a:solidFill>
                <a:latin typeface="Calibri"/>
              </a:rPr>
              <a:t>User Growth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70847"/>
            <a:ext cx="1082009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8181B"/>
                </a:solidFill>
                <a:latin typeface="Calibri"/>
              </a:rPr>
              <a:t>Monthly Active Users 2024-2026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8181B"/>
                </a:solidFill>
                <a:latin typeface="Calibri"/>
              </a:rPr>
              <a:t>MAU Growth (Thousands)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080135"/>
          <a:ext cx="10820095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8181B"/>
                </a:solidFill>
                <a:latin typeface="Calibri"/>
              </a:rPr>
              <a:t>Explosive Growth Continues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6815"/>
            <a:ext cx="10820095" cy="22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8181B"/>
                </a:solidFill>
                <a:latin typeface="Calibri"/>
              </a:rPr>
              <a:t>On track to reach 500K MAU by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