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2025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42.5</c:v>
                </c:pt>
                <c:pt idx="1">
                  <c:v>28.3</c:v>
                </c:pt>
                <c:pt idx="2">
                  <c:v>18.7</c:v>
                </c:pt>
                <c:pt idx="3">
                  <c:v>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2025</c:v>
                </c:pt>
              </c:strCache>
            </c:strRef>
          </c:tx>
          <c:spPr>
            <a:solidFill>
              <a:srgbClr val="16A34A"/>
            </a:solidFill>
            <a:ln>
              <a:solidFill>
                <a:srgbClr val="16A34A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48.1</c:v>
                </c:pt>
                <c:pt idx="1">
                  <c:v>31.6</c:v>
                </c:pt>
                <c:pt idx="2">
                  <c:v>22.4</c:v>
                </c:pt>
                <c:pt idx="3">
                  <c:v>9.8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 America remains our strongest region with 43% of total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66912"/>
            <a:ext cx="10820095" cy="54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Quarterly Revenue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70847"/>
            <a:ext cx="10820095" cy="253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Q4 2025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66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Revenue by Region ($M)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106805"/>
          <a:ext cx="10820095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Arial"/>
              </a:rPr>
              <a:t>Strong 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6815"/>
            <a:ext cx="10820095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All four regions exceeded targets in Q4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